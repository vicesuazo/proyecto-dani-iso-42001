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35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DE PORTAFOLIO DE TÍTULO · FASE 1: DEFINICIÓN DEL PROYECTO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 ISO 42001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 la plataforma de gestión ISO 27001 de Alloxentric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incorporar también la gestión de ISO 42001.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02920" cy="4114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Suazo  •  Andrea Santana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— Sede San Joaquín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ANTECEDENTES PERSONALES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749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0515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3375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Vicente Suazo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7490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de Ingeniería en Informática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2062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Análisis, arquitectura e integración de las funcionalidades de ISO 42001 sobre la plataforma existente.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0749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58368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3375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Andrea Santana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490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de Ingeniería en Informática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2062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requerimientos, desarrollo y pruebas de la solución integrada.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Ingeniería en Informática — Sede San Joaquín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DEL PROYECTO APT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 ISO 42001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DESEMPEÑO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· Ciberseguridad · Gestión de riesgos · Cumplimiento · Calidad de software · Gestión de proyectos informáticos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 APLICADAS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1206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86384" y="3653028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078992" y="35021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Planificación de Requerimientos Informáticos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474720"/>
            <a:ext cx="51206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81344" y="3653028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73952" y="35021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51206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86384" y="4311396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1078992" y="416052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Software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133088"/>
            <a:ext cx="51206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181344" y="4311396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473952" y="416052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91456"/>
            <a:ext cx="51206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86384" y="4969764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1078992" y="48188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Informáticos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4791456"/>
            <a:ext cx="51206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6181344" y="4969764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6473952" y="48188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Desarrollo de Modelos de Datos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FUNDAMENTACIÓN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una solución ya desarrollada por Alloxentric —que hoy gestiona ISO 27001— para que también gestione ISO 42001, extendiendo su alcance hacia la gestión de sistemas de inteligencia artificial y reutilizando una base tecnológica existente en lugar de construir una solución independiente.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LINEAMIENTOS TÉCNICOS TRANSVERSALES A RESPETAR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804672" y="34244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804672" y="34244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33375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y aislamiento de datos mediante client_id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32918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199632" y="34244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199632" y="34244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3375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funcionalidades según perfil comercial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04672" y="42016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804672" y="42016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114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granular y autenticación JWT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40690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199632" y="42016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199632" y="42016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4114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Internacionalización de la plataforma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04672" y="49789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04672" y="49789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70432" y="4892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API-First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48463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199632" y="49789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6199632" y="49789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4892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trazabilidad mediante logs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FUNDAMENTACIÓN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 APT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272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actual de ISO 27001 e identificar componentes reutilizables.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2880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2B37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35661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272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requerimientos necesarios para incorporar ISO 42001.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880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e implementar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272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funcionalidades requeridas para la nueva gestión.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22792" y="2880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869680" y="182880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2B37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90525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127248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 la plataforma existente, sin perder la operación de ISO 27001.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9144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349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existente amplía sus capacidades y permite trabajar tanto con ISO 27001 como con ISO 42001, sin construir un sistema separado desde cero.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FUNDAMENTACIÓN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Pertinencia con el perfil de egreso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relaciona directamente con el perfil de egreso de Ingeniería en Informática: exige trabajar sobre una solución real, comprender código previamente desarrollado y adaptar la plataforma a un nuevo requerimiento.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3522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requerimientos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93522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355080" y="2880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una arquitectura de software existente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60120" y="33832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integrar nuevas funcionalidades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43814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355080" y="33832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datos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60120" y="38862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criterios de calidad y seguridad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94106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355080" y="38862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44398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960120" y="4389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el trabajo mediante una metodología de gestión de proyectos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914400" y="5623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de manera integrada competencias de análisis, programación, arquitectura, calidad y gestión sobre una plataforma real.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2632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FUNDAMENTACIÓN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los intereses profesionales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14400" y="18745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vincula con intereses orientados a la ciberseguridad, la gestión de riesgos, el cumplimiento y la implementación de controles: trabajar con ISO 42001 permite complementar esa experiencia con el desarrollo e integración de funcionalidades en una plataforma real.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3429000"/>
            <a:ext cx="1984248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697480" y="342900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64608" y="3429000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864608" y="34290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55664" y="3429000"/>
            <a:ext cx="2848356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55664" y="3429000"/>
            <a:ext cx="2848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controles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86900" y="3429000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486900" y="34290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9144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4069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B3782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3657600" y="4069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Inglés técnico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074920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914400" y="5257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oportunidad para fortalecer programación, arquitectura de software e inglés técnico.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herramientas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DANI27, sobre la que se construye esta ampliación, ya está implementada y desplegada con el siguiente stack: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82296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60120" y="2514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620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42316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035040" y="2423160"/>
            <a:ext cx="82296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355080" y="2514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620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Celery para tareas asíncronas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82296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60120" y="3566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136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 extensión pgvector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47472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035040" y="3474720"/>
            <a:ext cx="82296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355080" y="3566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/ broker de mensajería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9136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82296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960120" y="46177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Contenerización y orquestación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y Docker Compose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35040" y="452628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035040" y="4526280"/>
            <a:ext cx="82296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6355080" y="46177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de correo (desarrollo)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Mailhog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677156" y="178308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4814316" y="1856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14316" y="2203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4476" y="2560320"/>
            <a:ext cx="0" cy="32004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677156" y="288036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2B3782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814316" y="2953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14316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H="1">
            <a:off x="3337560" y="3657600"/>
            <a:ext cx="2208276" cy="50292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643116" y="3657600"/>
            <a:ext cx="2208276" cy="50292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920240" y="416052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2057400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81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34072" y="416052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7571232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+ Celery Workers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71232" y="4581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asíncronas / broker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9144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DOCUMENTOS CON IA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7424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celery-worker y celery-beat comparten un volumen dedicado para los trabajos de validación de documentos con IA.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2632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9144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OBJETIVOS — OBJETIVO GENERAL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 en el software existente de Alloxentric las funcionalidades necesarias para incorporar la gestión de ISO 42001, reutilizando y adaptando la solución actualmente usada para ISO 27001, y manteniendo los estándares técnicos definidos por la empresa.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1440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antes que reconstruir: la base ya existe.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92224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estructura y el funcionamiento actual del software de ISO 27001, identificando componentes reutilizables o adaptables.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532888"/>
            <a:ext cx="978408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33472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definir los requerimientos necesarios para incorporar la gestión de ISO 42001 en la plataforma existente.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374136"/>
            <a:ext cx="978408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474720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desarrollar las funcionalidades necesarias, manteniendo la arquitectura y estándares técnicos de Alloxentric.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215384"/>
            <a:ext cx="978408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315968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las nuevas funcionalidades con los componentes existentes, procurando mantener la operación de ISO 27001.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71600" y="5056632"/>
            <a:ext cx="978408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40080" y="5193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4008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57216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y validaciones sobre las funcionalidades desarrolladas y su integración.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METODOLOGÍA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trabajo: Scrum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desarrolla de forma incremental durante el periodo académico, con revisiones semanales para presentar avances, validar requerimientos y ajustar actividades.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84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plataforma actual y levantamiento de requerimientos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5204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5204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584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tareas a desarrollar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24144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84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desarrollo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funcionalidades definidas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21624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3252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91540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89154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3584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y pruebas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solución existente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91440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TRANSVERSALES CONSIDERADOS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349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con client_id · Feature Gating · RBAC y JWT · Internacionalización · Arquitectura API-First · Auditoría de logs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EVIDENCIAS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73152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960120" y="25877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y levantamiento de requerimientos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0815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análisis de la plataforma ISO 27001, componentes reutilizables y requerimientos para ISO 42001.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73152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960120" y="4416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técnico e integración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9103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solución: componentes, flujos, APIs, datos, permisos y otros elementos técnicos.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08076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42316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080760" y="2423160"/>
            <a:ext cx="73152" cy="16459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400800" y="25877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 ISO 42001 integrada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0815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software con la gestión de ISO 42001 dentro de la plataforma que ya contempla ISO 27001.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425196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080760" y="4251960"/>
            <a:ext cx="73152" cy="16459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400800" y="4416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y validación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9103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pruebas sobre las funcionalidades implementadas y su integración, con resultados y correcciones.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PLAN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375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33756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68680" y="1783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23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plataforma y requerimientos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36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PLANIFICACIÓN DE REQUERIMIENTOS / ARQUITECTURA DE SOFTWARE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03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implementación existente de ISO 27001, identificar componentes reutilizables y levantar los requerimientos para ISO 42001.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5029200"/>
            <a:ext cx="288036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868680" y="5120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349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Git, documentación y reuniones semanales.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897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Vicente Suazo y Andrea Santana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178308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251960" y="1783080"/>
            <a:ext cx="33375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251960" y="2103120"/>
            <a:ext cx="333756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4480560" y="1783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423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Diseño, desarrollo e integración ISO 42001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136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/ ARQUITECTURA / CALIDAD DE SOFTWARE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703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desarrollar e integrar las funcionalidades de ISO 42001 sobre la plataforma existente, según los estándares de Alloxentric.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5029200"/>
            <a:ext cx="288036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4480560" y="5120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5349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eth-sgsi, entorno de desarrollo, Git/GitHub.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5897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Vicente Suazo y Andrea Santana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63840" y="178308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7863840" y="1783080"/>
            <a:ext cx="33375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863840" y="2103120"/>
            <a:ext cx="333756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8092440" y="1783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2423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Pruebas, validación y cierre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3136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kern="0" spc="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 / GESTIÓN DE PROYECTOS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3703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pruebas funcionales y de integración, corregir hallazgos, recopilar evidencias y preparar la entrega final.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5029200"/>
            <a:ext cx="288036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8092440" y="5120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5349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pruebas, repositorio y casos de prueba.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5897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Vicente Suazo y Andrea Santana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CARTA GANTT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6" name="Picture 49">
            <a:extLst>
              <a:ext uri="{FF2B5EF4-FFF2-40B4-BE49-F238E27FC236}">
                <a16:creationId xmlns:a16="http://schemas.microsoft.com/office/drawing/2014/main" id="{C77EFBCB-798C-5CD8-A3F0-F6A7328F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51" y="1172720"/>
            <a:ext cx="8531524" cy="45125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632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y conclusión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548640" cy="45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822960" y="1984248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2296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parte desde cero: Alloxentric ya dispone del software y del repositorio de la solución ISO 27001.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16352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estándares técnicos transversales ya están definidos, orientando el desarrollo de la ampliación.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82296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12464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se organiza con Scrum y revisiones semanales, validando avances de forma progresiva.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672584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2296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608576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amplía una plataforma real, aportando valor directo a la gestión de riesgos y cumplimiento.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2632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D9A441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 ISO 42001 — Ampliación de la gestión ISO 27001 hacia ISO 42001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Suazo  •  Andrea Santana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1284</Words>
  <Application>Microsoft Office PowerPoint</Application>
  <PresentationFormat>Panorámica</PresentationFormat>
  <Paragraphs>228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vicente suazo</cp:lastModifiedBy>
  <cp:revision>2</cp:revision>
  <dcterms:created xsi:type="dcterms:W3CDTF">2026-09-07T22:23:28Z</dcterms:created>
  <dcterms:modified xsi:type="dcterms:W3CDTF">2026-09-07T22:26:47Z</dcterms:modified>
</cp:coreProperties>
</file>